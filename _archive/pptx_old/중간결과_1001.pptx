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06428"/>
                </a:solidFill>
                <a:latin typeface="Malgun Gothic"/>
              </a:rPr>
              <a:t>인간과 종교  ·  중간 결과물  ·  10월 1일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지금은 ‘완성’이 아니라 ‘제작 중’입니다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중간 목표: 의례의 핵심(경청 → 위로)이 웹에서 돌아가는지 확인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아직 없는 것: 로고·성전 시각 확정, 의례 영상·음악, 공간 연출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중간 · 제작 중  ·  인간과 종교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06428"/>
                </a:solidFill>
                <a:latin typeface="Malgun Gothic"/>
              </a:rPr>
              <a:t>계획 대비 진행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어디까지 왔는가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21284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된 것 (프로토타입)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이름·세계관 초안 확정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내려놓음 대화 흐름 구현 중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전통 선택 · 음성/텍스트 경청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짧은 위로 응답 실험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21284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아직 제작 중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상징·로고 AI 확정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성전(부스) 시각·영상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익명 연대 완성도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음악 · 가상 지도자 페르소나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중간 · 제작 중  ·  인간과 종교  ·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06428"/>
                </a:solidFill>
                <a:latin typeface="Malgun Gothic"/>
              </a:rPr>
              <a:t>중간 시연 — 화면 1장만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키오스크 진입 (제작 중인 UI)</a:t>
            </a:r>
          </a:p>
        </p:txBody>
      </p:sp>
      <p:pic>
        <p:nvPicPr>
          <p:cNvPr id="4" name="Picture 3" descr="00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7589520" cy="6936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중간 · 제작 중  ·  인간과 종교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06428"/>
                </a:solidFill>
                <a:latin typeface="Malgun Gothic"/>
              </a:rPr>
              <a:t>중간 시연 — 의례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경청 → 위로가 이어지는 장면</a:t>
            </a:r>
          </a:p>
        </p:txBody>
      </p:sp>
      <p:pic>
        <p:nvPicPr>
          <p:cNvPr id="4" name="Picture 3" descr="05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7589520" cy="6936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중간 · 제작 중  ·  인간과 종교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06428"/>
                </a:solidFill>
                <a:latin typeface="Malgun Gothic"/>
              </a:rPr>
              <a:t>중간에서 확인한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종교적 방식은 살아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해결·설교보다 반영과 수용이 가능하다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말이 끊겨도 ‘들어주는’ 의례로 설계 중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다만 UI·상징·영상은 최종에서 다듬는다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중간 · 제작 중  ·  인간과 종교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06428"/>
                </a:solidFill>
                <a:latin typeface="Malgun Gothic"/>
              </a:rPr>
              <a:t>최종을 향해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10/8에 채울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① AI 로고·성전·지도자·음악·의례 영상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② 사이트 시연 완성도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③ 과제 포함 요소 한눈에 매핑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오늘은 ‘만드는 과정’을 보여 드렸습니다.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중간 · 제작 중  ·  인간과 종교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