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인간과 종교  ·  최종 결과물  ·  10월 8일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공명 스테이션 — 완성된 공동체 디자인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2035 영적 인프라 · 포함 요소 · AI 활용 · 실제 시연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「말해도 된다. 여기는 들어준다.」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2194560"/>
            <a:ext cx="2651760" cy="265176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3200399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로고
assets/user/logo.png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이름 · 세계관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새 교단이 아니라, 돌봄의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이름: 공명(共鳴) 스테이션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세계관: Micro-Care · 신은 연대의 순간 · AI는 Bridge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거룩함: 평가 없이 취약함을 소리 내는 행위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기존 종교와의 관계: 대체재가 아니라 연장재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342899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상징/로고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상징 · 성스러운 공간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파동 · 빈 의자 · 1인 부스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상징: 말이 울림(파동), 받아들여질 자리(빈 의자)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공간: 복지관·구청·병원·종교시설 부속의 방음 부스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성스러움: 화려한 성물보다 침묵·차단·느린 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920240"/>
            <a:ext cx="4297680" cy="393192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35661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성전/부스
assets/user/temple.png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의례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내려놓음의 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6217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앉기 → 전통 선택 → 말하기 → 「들었습니다」와 침묵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→ 짧은 위로 → 익명 연대(선택) → 휘발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해결·개종 권유 없음. 수용이 의례의 중심.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920240"/>
            <a:ext cx="4114800" cy="393192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의례 영상 썸네일
assets/user/ritual_thumb.png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공동체 · 윤리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익명 연대 ·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21284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공동체 · 윤리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익명 연대 — 나만 그런 게 아님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평가 금지 · 원문 휘발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위험 시 인간에게 핸드오프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20240"/>
            <a:ext cx="4937760" cy="384048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520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가상 종교지도자(Bridge)
assets/user/guide.png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AI 활용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Malgun Gothic"/>
              </a:rPr>
              <a:t>과제에서 요구한 시각·청각 산출물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103120" cy="210312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로고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2103120" cy="210312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743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성전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011680"/>
            <a:ext cx="2103120" cy="210312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743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의례 영상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011680"/>
            <a:ext cx="2103120" cy="210312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음악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0116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지도자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A5A5A"/>
                </a:solidFill>
                <a:latin typeface="Malgun Gothic"/>
              </a:rPr>
              <a:t>파일을 assets/user/ 에 넣고 make_pptx.py 를 다시 실행하면 자동 삽입됩니다.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실제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사이트 작동 — 한 장면씩</a:t>
            </a:r>
          </a:p>
        </p:txBody>
      </p:sp>
      <p:pic>
        <p:nvPicPr>
          <p:cNvPr id="4" name="Picture 3" descr="00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394960" cy="4930743"/>
          </a:xfrm>
          <a:prstGeom prst="rect">
            <a:avLst/>
          </a:prstGeom>
        </p:spPr>
      </p:pic>
      <p:pic>
        <p:nvPicPr>
          <p:cNvPr id="5" name="Picture 4" descr="05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5212080" cy="4763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과제 매핑 ·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포함 요소와 평가지표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포함: 이름·세계관·상징·의례·공동체·윤리·공간·AI역할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AI: 로고·성전·의례영상·음악·가상지도자·웹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설득력 — 거룩함·의례·연장재   |   창의 — Bridge·시각물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활용성 — 일상 부스·접근성   |   완성도 — 문서·PPT·시연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닫기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6E"/>
                </a:solidFill>
                <a:latin typeface="Malgun Gothic"/>
              </a:rPr>
              <a:t>혼자 앓던 말이, 여기서 울린다.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A5A5A"/>
                </a:solidFill>
                <a:latin typeface="Malgun Gothic"/>
              </a:rPr>
              <a:t>질문 환영합니다.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최종  ·  인간과 종교  ·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