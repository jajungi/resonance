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인간과 종교  ·  조별 계획안  ·  9월 17일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1A1A"/>
                </a:solidFill>
                <a:latin typeface="Malgun Gothic"/>
              </a:rPr>
              <a:t>공명(共鳴) 스테이션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2035 미래 종교 디자인 — 계획안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「말해도 된다. 여기는 들어준다.」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A1A1A"/>
                </a:solidFill>
                <a:latin typeface="Malgun Gothic"/>
              </a:rPr>
              <a:t>자세한 본문: 계획안_공명스테이션.md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2103120"/>
            <a:ext cx="2743200" cy="274320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315467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AI 이미지 자리
로고 → assets/user/logo.png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계획안  ·  인간과 종교  ·  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특성 · 이름 · 세계관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무엇을 디자인하는가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212848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미래 종교 특성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① 돌봄 (Micro-Care)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② 일상의 의례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③ AI는 매개(Bridge)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47472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6007" y="2212848"/>
            <a:ext cx="3108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이름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공명 스테이션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새 교단 창시 아님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다종교 영적 인프라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011680"/>
            <a:ext cx="329184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3608" y="2212848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세계관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신 = 연대의 순간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거룩함 =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평가 없는 취약함의 발화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계획안  ·  인간과 종교  ·  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상징 · 의례 · 공간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말이 울리는 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65960"/>
            <a:ext cx="6583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상징 — 파동(공명) · 빈 의자(받아들여짐)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의례 — 내려놓음의 대화: 앉기 → 말하기 → 침묵 → 위로 → 연대 → 휘발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A1A1A"/>
                </a:solidFill>
                <a:latin typeface="Malgun Gothic"/>
              </a:rPr>
              <a:t>공간 — 복지관·구청 로비의 1인 방음 부스 (= 성전)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920240"/>
            <a:ext cx="3657600" cy="3840480"/>
          </a:xfrm>
          <a:prstGeom prst="roundRect">
            <a:avLst>
              <a:gd name="adj" fmla="val 4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35204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Malgun Gothic"/>
              </a:rPr>
              <a:t>AI 이미지 자리
성전/부스
assets/user/temple.png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계획안  ·  인간과 종교  ·  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공동체 · 윤리 ·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어떻게 돌보는가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01168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8408" y="221284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공동체 · 윤리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익명·느슨한 연대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평가 금지 · 원문 휘발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위험 시에만 인간 연결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8F8F8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19088" y="2212848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2C5F6E"/>
                </a:solidFill>
                <a:latin typeface="Malgun Gothic"/>
              </a:rPr>
              <a:t>AI 역할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1차 경청 · 짧은 위로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신은 되지 않음</a:t>
            </a:r>
          </a:p>
          <a:p>
            <a:pPr>
              <a:spcBef>
                <a:spcPts val="600"/>
              </a:spcBef>
            </a:pPr>
            <a:r>
              <a:rPr sz="1400" b="0">
                <a:solidFill>
                  <a:srgbClr val="5A5A5A"/>
                </a:solidFill>
                <a:latin typeface="Malgun Gothic"/>
              </a:rPr>
              <a:t>Bridge → 성직자·복지사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계획안  ·  인간과 종교  ·  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계획 · 예상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A1A1A"/>
                </a:solidFill>
                <a:latin typeface="Malgun Gothic"/>
              </a:rPr>
              <a:t>앞으로 만들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AI 활용: 로고 · 성전 · 의례 영상 · 음악 · 가상 지도자 · 웹 프로토타입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/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10/1 중간 — 제작 중인 사이트에서 의례 일부 시연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A1A1A"/>
                </a:solidFill>
                <a:latin typeface="Malgun Gothic"/>
              </a:rPr>
              <a:t>10/8 최종 — 포함 요소·AI 산출물·완성된 시연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계획안  ·  인간과 종교  ·  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11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C5F6E"/>
                </a:solidFill>
                <a:latin typeface="Malgun Gothic"/>
              </a:rPr>
              <a:t>닫기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60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C5F6E"/>
                </a:solidFill>
                <a:latin typeface="Malgun Gothic"/>
              </a:rPr>
              <a:t>혼자 앓던 말이, 여기서 울린다.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3192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5A5A5A"/>
                </a:solidFill>
                <a:latin typeface="Malgun Gothic"/>
              </a:rPr>
              <a:t>질문 환영합니다.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446520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2C5F6E"/>
                </a:solidFill>
                <a:latin typeface="Malgun Gothic"/>
              </a:rPr>
              <a:t>계획안  ·  인간과 종교  ·  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